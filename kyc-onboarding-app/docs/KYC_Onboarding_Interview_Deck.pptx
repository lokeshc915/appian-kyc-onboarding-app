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Purpose: Show how Appian process is implemented without a BPM engine.
[Sources]
- (Internal) Requirements doc provided by stakeholder.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Derived directly from the provided Appian requirement/screens doc.
[Sources]
- (Internal) Appian-customer-doumentation-accounts-KYC-requirement-screens.docx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Emphasize: no workflow engine; status transitions enforced in services.
- Files stored on local FS; metadata/audit in MySQL.
[Sources]
- None (architecture description of this implementation).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This is the “process model” without BPM: status transitions in services.
[Sources]
- None (implementation detail).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Implementation: Spring Security + JWT filter; OAuth2 success handler issues the same JWT.
[Sources]
- None (implementation detail).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This is the Appian “timer” replacement without a process engine.
[Sources]
- None (implementation detail).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Audit is stored in DB and rendered as a timeline UI.
- It captures status transitions, uploads/deletes, and SLA breaches.
[Sources]
- None (implementation detail).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This is intentionally simple but extensible (charts, CSV export, filters).
[Sources]
- None (implementation detail).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Emphasize testability and maintainability.
[Sources]
- None (opinion / design rationale).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005840"/>
            <a:ext cx="10972800" cy="46634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5087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Onboarding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2423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Appian workflow replicated as Spring Boot services + Angular UI (no BPM engine)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0" y="3154680"/>
            <a:ext cx="109728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315468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35661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2-step onboarding (Account Details → Documents)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 / Due Date timers (Appian timers equivalent)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timeline + Admin dashboard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JWT + OAuth2 → JWT flows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deck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captured from Appian UI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existing Appian experience shows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0972800" cy="4572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331720"/>
            <a:ext cx="5577840" cy="3840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560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01752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7160" indent="-13716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“New onboarding case”</a:t>
            </a:r>
            <a:endParaRPr lang="en-US" sz="1200" dirty="0"/>
          </a:p>
          <a:p>
            <a:pPr marL="137160" indent="-13716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Enter account details</a:t>
            </a:r>
            <a:endParaRPr lang="en-US" sz="1200" dirty="0"/>
          </a:p>
          <a:p>
            <a:pPr marL="137160" indent="-13716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Upload case documents</a:t>
            </a:r>
            <a:endParaRPr lang="en-US" sz="1200" dirty="0"/>
          </a:p>
          <a:p>
            <a:pPr marL="137160" indent="-13716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Drag/drop or choose file; “Add Row” for multiple uploads</a:t>
            </a:r>
            <a:endParaRPr lang="en-US" sz="1200" dirty="0"/>
          </a:p>
          <a:p>
            <a:pPr marL="137160" indent="-13716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&amp; download uploaded documents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2331720"/>
            <a:ext cx="5166360" cy="3840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20840" y="256032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66560" y="3017520"/>
            <a:ext cx="45262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7160" indent="-13716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types: Identity, Financial disclosure, Letter of recommendation</a:t>
            </a:r>
            <a:endParaRPr lang="en-US" sz="1200" dirty="0"/>
          </a:p>
          <a:p>
            <a:pPr marL="137160" indent="-13716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secured (only privileged users can access)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Onboarding | Spring Boot + Angular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architecture (no BPM engine)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“workflow” is implemented as service-layer logic + APIs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0972800" cy="4572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77440"/>
            <a:ext cx="3474720" cy="35661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651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UI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315468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Milestone screens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Upload rows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timeline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26280" y="2377440"/>
            <a:ext cx="3611880" cy="356616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26517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API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54880" y="3154680"/>
            <a:ext cx="31546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CaseService (status rules)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DocumentService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 scheduler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service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reports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366760" y="2377440"/>
            <a:ext cx="3246120" cy="35661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65176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95360" y="3154680"/>
            <a:ext cx="2788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MySQL (cases, users, audit, doc metadata)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 filesystem (files)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60520" y="60167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61688" y="6144768"/>
            <a:ext cx="164592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09560" y="60167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/ FS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93608" y="6144768"/>
            <a:ext cx="146304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Onboarding | Spring Boot + Angular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model as a status machine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Appian flow represented as explicit statuses and transitions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0972800" cy="4572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834640"/>
            <a:ext cx="246888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9718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DRAFT_STEP1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(Account details)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0" y="2834640"/>
            <a:ext cx="246888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94760" y="29718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DRAFT_STEP2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(Documents)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2834640"/>
            <a:ext cx="246888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29718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(Ready for review)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326880" y="2834640"/>
            <a:ext cx="246888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464040" y="29718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IN_REVIEW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0" y="4800600"/>
            <a:ext cx="2651760" cy="10058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50292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235440" y="4800600"/>
            <a:ext cx="2651760" cy="10058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0" y="50292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00984" y="3154680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35624" y="3154680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970264" y="3154680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00800" y="3977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3977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00800" y="44988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235440" y="44988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572000"/>
            <a:ext cx="5394960" cy="16459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" y="4800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validations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0120" y="52578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7160" indent="-13716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required fields validated (Bean Validation)</a:t>
            </a:r>
            <a:endParaRPr lang="en-US" sz="1200" dirty="0"/>
          </a:p>
          <a:p>
            <a:pPr marL="137160" indent="-13716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only allowed after Step 1 complete</a:t>
            </a:r>
            <a:endParaRPr lang="en-US" sz="1200" dirty="0"/>
          </a:p>
          <a:p>
            <a:pPr marL="137160" indent="-13716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requires: Identity + Financial + Letter</a:t>
            </a:r>
            <a:endParaRPr lang="en-US" sz="1200" dirty="0"/>
          </a:p>
          <a:p>
            <a:pPr marL="137160" indent="-13716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Approver/Admin can review any case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Onboarding | Spring Boot + Angular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two authentication flows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A = username/password JWT; Flow B = OAuth2 login issuing JWT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0972800" cy="4572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331720"/>
            <a:ext cx="5577840" cy="34747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560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A: Username/Password → JWT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017520"/>
            <a:ext cx="49377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7160" indent="-13716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/api/auth/login</a:t>
            </a:r>
            <a:endParaRPr lang="en-US" sz="1200" dirty="0"/>
          </a:p>
          <a:p>
            <a:pPr marL="137160" indent="-13716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contains user id + roles</a:t>
            </a:r>
            <a:endParaRPr lang="en-US" sz="1200" dirty="0"/>
          </a:p>
          <a:p>
            <a:pPr marL="137160" indent="-13716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stores token and sends Authorization: Bearer ...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2331720"/>
            <a:ext cx="5166360" cy="34747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20840" y="256032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B: OAuth2 → JWT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66560" y="3017520"/>
            <a:ext cx="4526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7160" indent="-13716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/oauth2/authorization/{provider}</a:t>
            </a:r>
            <a:endParaRPr lang="en-US" sz="1200" dirty="0"/>
          </a:p>
          <a:p>
            <a:pPr marL="137160" indent="-13716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success: backend issues JWT</a:t>
            </a:r>
            <a:endParaRPr lang="en-US" sz="1200" dirty="0"/>
          </a:p>
          <a:p>
            <a:pPr marL="137160" indent="-13716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to Angular /oauth2/redirect?token=...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5989320"/>
            <a:ext cx="10972800" cy="3200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6053328"/>
            <a:ext cx="10607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REQUESTER (own cases) | APPROVER (review all) | ADMIN (reports + privileged visibility)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Onboarding | Spring Boot + Angular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/ Due Date timers (Appian timers equivalent)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dueAt recalculated per step; scheduler marks breaches + logs audit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0972800" cy="4572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331720"/>
            <a:ext cx="5577840" cy="3840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560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date rules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01752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7160" indent="-13716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DRAFT_STEP1: createdAt + step1-hours (default 48h)</a:t>
            </a:r>
            <a:endParaRPr lang="en-US" sz="1200" dirty="0"/>
          </a:p>
          <a:p>
            <a:pPr marL="137160" indent="-13716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DRAFT_STEP2: step1 completion + step2-hours (default 72h)</a:t>
            </a:r>
            <a:endParaRPr lang="en-US" sz="1200" dirty="0"/>
          </a:p>
          <a:p>
            <a:pPr marL="137160" indent="-13716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SUBMITTED/IN_REVIEW: transition + review-hours (default 24h)</a:t>
            </a:r>
            <a:endParaRPr lang="en-US" sz="1200" dirty="0"/>
          </a:p>
          <a:p>
            <a:pPr marL="137160" indent="-13716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Closed: dueAt = null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2331720"/>
            <a:ext cx="5166360" cy="3840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20840" y="256032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behavior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66560" y="3017520"/>
            <a:ext cx="45262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7160" indent="-13716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periodically (default 5 min)</a:t>
            </a:r>
            <a:endParaRPr lang="en-US" sz="1200" dirty="0"/>
          </a:p>
          <a:p>
            <a:pPr marL="137160" indent="-13716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now &gt; dueAt and slaState = ON_TRACK:</a:t>
            </a:r>
            <a:endParaRPr lang="en-US" sz="1200" dirty="0"/>
          </a:p>
          <a:p>
            <a:pPr marL="137160" indent="-13716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slaState = BREACHED</a:t>
            </a:r>
            <a:endParaRPr lang="en-US" sz="1200" dirty="0"/>
          </a:p>
          <a:p>
            <a:pPr marL="137160" indent="-13716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writes SLA_BREACHED audit event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Onboarding | Spring Boot + Angular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history timeline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Compliance-friendly trace of every key event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0972800" cy="4572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331720"/>
            <a:ext cx="10972800" cy="3840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41832" y="278892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743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CASE_CREATED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57800" y="2770632"/>
            <a:ext cx="6080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created; status = DRAFT_STEP1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41832" y="342900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3383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STEP1_SAVED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57800" y="3410712"/>
            <a:ext cx="6080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details validated; status = DRAFT_STEP2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41832" y="406908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40233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DOCUMENT_UPLOADED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57800" y="4050792"/>
            <a:ext cx="6080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more documents uploaded (type + filename tracked)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41832" y="470916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4663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CASE_SUBMITTED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4690872"/>
            <a:ext cx="6080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docs check passed; status = SUBMITTED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41832" y="534924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5303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SLA_BREACHED (optional)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57800" y="5330952"/>
            <a:ext cx="6080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marks overdue cases and logs system event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Onboarding | Spring Boot + Angular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&amp; reporting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view for leadership and compliance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0972800" cy="4572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331720"/>
            <a:ext cx="5577840" cy="3840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560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01752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7160" indent="-13716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cases</a:t>
            </a:r>
            <a:endParaRPr lang="en-US" sz="1200" dirty="0"/>
          </a:p>
          <a:p>
            <a:pPr marL="137160" indent="-13716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by status</a:t>
            </a:r>
            <a:endParaRPr lang="en-US" sz="1200" dirty="0"/>
          </a:p>
          <a:p>
            <a:pPr marL="137160" indent="-13716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breached cases</a:t>
            </a:r>
            <a:endParaRPr lang="en-US" sz="1200" dirty="0"/>
          </a:p>
          <a:p>
            <a:pPr marL="137160" indent="-13716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by type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2331720"/>
            <a:ext cx="5166360" cy="3840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20840" y="256032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built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66560" y="3017520"/>
            <a:ext cx="45262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7160" indent="-13716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/api/admin/stats (ROLE_ADMIN)</a:t>
            </a:r>
            <a:endParaRPr lang="en-US" sz="1200" dirty="0"/>
          </a:p>
          <a:p>
            <a:pPr marL="137160" indent="-13716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 via repositories</a:t>
            </a:r>
            <a:endParaRPr lang="en-US" sz="1200" dirty="0"/>
          </a:p>
          <a:p>
            <a:pPr marL="137160" indent="-13716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tables (extendable to charts/export)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Onboarding | Spring Boot + Angular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talking points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explain the design choices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0972800" cy="4572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331720"/>
            <a:ext cx="5577840" cy="3840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560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 BPM?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01752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7160" indent="-13716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runtime simpler (no engine to operate)</a:t>
            </a:r>
            <a:endParaRPr lang="en-US" sz="1200" dirty="0"/>
          </a:p>
          <a:p>
            <a:pPr marL="137160" indent="-13716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is explicit in service layer</a:t>
            </a:r>
            <a:endParaRPr lang="en-US" sz="1200" dirty="0"/>
          </a:p>
          <a:p>
            <a:pPr marL="137160" indent="-13716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unit testing of transitions</a:t>
            </a:r>
            <a:endParaRPr lang="en-US" sz="1200" dirty="0"/>
          </a:p>
          <a:p>
            <a:pPr marL="137160" indent="-13716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API contract for UI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2331720"/>
            <a:ext cx="5166360" cy="3840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20840" y="256032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Tradeoffs &amp; mitigations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66560" y="3017520"/>
            <a:ext cx="45262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7160" indent="-13716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visualize than BPMN → documented status machine</a:t>
            </a:r>
            <a:endParaRPr lang="en-US" sz="1200" dirty="0"/>
          </a:p>
          <a:p>
            <a:pPr marL="137160" indent="-13716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Timers handled by scheduler</a:t>
            </a:r>
            <a:endParaRPr lang="en-US" sz="1200" dirty="0"/>
          </a:p>
          <a:p>
            <a:pPr marL="137160" indent="-13716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provides traceability</a:t>
            </a:r>
            <a:endParaRPr lang="en-US" sz="1200" dirty="0"/>
          </a:p>
          <a:p>
            <a:pPr marL="137160" indent="-13716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security mirrors Appian rules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Onboarding | Spring Boot + Angular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2025-12-19T15:15:09Z</dcterms:created>
  <dcterms:modified xsi:type="dcterms:W3CDTF">2025-12-19T15:15:09Z</dcterms:modified>
</cp:coreProperties>
</file>